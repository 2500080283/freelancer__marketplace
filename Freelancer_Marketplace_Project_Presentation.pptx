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udhvi raj" userId="c9b5747b3a9dceeb" providerId="LiveId" clId="{EE0B5707-7B14-410F-BD35-0D6A1D0F0858}"/>
    <pc:docChg chg="custSel modSld">
      <pc:chgData name="prudhvi raj" userId="c9b5747b3a9dceeb" providerId="LiveId" clId="{EE0B5707-7B14-410F-BD35-0D6A1D0F0858}" dt="2026-10-05T06:18:53.062" v="40" actId="20577"/>
      <pc:docMkLst>
        <pc:docMk/>
      </pc:docMkLst>
      <pc:sldChg chg="addSp delSp modSp mod">
        <pc:chgData name="prudhvi raj" userId="c9b5747b3a9dceeb" providerId="LiveId" clId="{EE0B5707-7B14-410F-BD35-0D6A1D0F0858}" dt="2026-10-05T06:18:53.062" v="40" actId="20577"/>
        <pc:sldMkLst>
          <pc:docMk/>
          <pc:sldMk cId="0" sldId="267"/>
        </pc:sldMkLst>
        <pc:spChg chg="del mod">
          <ac:chgData name="prudhvi raj" userId="c9b5747b3a9dceeb" providerId="LiveId" clId="{EE0B5707-7B14-410F-BD35-0D6A1D0F0858}" dt="2026-10-05T06:15:24.597" v="15" actId="21"/>
          <ac:spMkLst>
            <pc:docMk/>
            <pc:sldMk cId="0" sldId="267"/>
            <ac:spMk id="3" creationId="{00000000-0000-0000-0000-000000000000}"/>
          </ac:spMkLst>
        </pc:spChg>
        <pc:spChg chg="del">
          <ac:chgData name="prudhvi raj" userId="c9b5747b3a9dceeb" providerId="LiveId" clId="{EE0B5707-7B14-410F-BD35-0D6A1D0F0858}" dt="2026-10-05T06:15:29.989" v="16" actId="21"/>
          <ac:spMkLst>
            <pc:docMk/>
            <pc:sldMk cId="0" sldId="267"/>
            <ac:spMk id="4" creationId="{00000000-0000-0000-0000-000000000000}"/>
          </ac:spMkLst>
        </pc:spChg>
        <pc:spChg chg="del">
          <ac:chgData name="prudhvi raj" userId="c9b5747b3a9dceeb" providerId="LiveId" clId="{EE0B5707-7B14-410F-BD35-0D6A1D0F0858}" dt="2026-10-05T06:15:36.396" v="17" actId="21"/>
          <ac:spMkLst>
            <pc:docMk/>
            <pc:sldMk cId="0" sldId="267"/>
            <ac:spMk id="5" creationId="{00000000-0000-0000-0000-000000000000}"/>
          </ac:spMkLst>
        </pc:spChg>
        <pc:spChg chg="add del mod">
          <ac:chgData name="prudhvi raj" userId="c9b5747b3a9dceeb" providerId="LiveId" clId="{EE0B5707-7B14-410F-BD35-0D6A1D0F0858}" dt="2026-10-05T06:16:07.340" v="22"/>
          <ac:spMkLst>
            <pc:docMk/>
            <pc:sldMk cId="0" sldId="267"/>
            <ac:spMk id="6" creationId="{7B89AC30-67B0-E908-44DD-1153A2404251}"/>
          </ac:spMkLst>
        </pc:spChg>
        <pc:spChg chg="add del">
          <ac:chgData name="prudhvi raj" userId="c9b5747b3a9dceeb" providerId="LiveId" clId="{EE0B5707-7B14-410F-BD35-0D6A1D0F0858}" dt="2026-10-05T06:16:07.314" v="20" actId="21"/>
          <ac:spMkLst>
            <pc:docMk/>
            <pc:sldMk cId="0" sldId="267"/>
            <ac:spMk id="8" creationId="{189C9DB2-14D5-258E-FE18-D93593B430FE}"/>
          </ac:spMkLst>
        </pc:spChg>
        <pc:spChg chg="add mod">
          <ac:chgData name="prudhvi raj" userId="c9b5747b3a9dceeb" providerId="LiveId" clId="{EE0B5707-7B14-410F-BD35-0D6A1D0F0858}" dt="2026-10-05T06:18:53.062" v="40" actId="20577"/>
          <ac:spMkLst>
            <pc:docMk/>
            <pc:sldMk cId="0" sldId="267"/>
            <ac:spMk id="9" creationId="{F1D270C2-A104-25FD-F227-C94E40F892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FREELANCER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5146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93C5FD"/>
                </a:solidFill>
              </a:defRPr>
            </a:pPr>
            <a:r>
              <a:t>Project Presentation</a:t>
            </a:r>
          </a:p>
          <a:p>
            <a:pPr>
              <a:defRPr sz="1700">
                <a:solidFill>
                  <a:srgbClr val="CBD5E1"/>
                </a:solidFill>
              </a:defRPr>
            </a:pPr>
            <a:r>
              <a:t>A digital platform connecting clients with skilled freelancers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4160520"/>
            <a:ext cx="3108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HTML • CSS •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Why do we need a Freelancer Marketplace?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4023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Existing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4800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Clients struggle to find suitable skilled professionals.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Freelancer discovery is fragmented across platforms.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Comparing skills, portfolios and ratings can be difficult.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Project communication and tracking may be unorganized.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Trust and payment concerns affect collaboration.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73152" cy="4023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0078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76272"/>
            <a:ext cx="4800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Bring clients and freelancers into one platform.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Make project requirements easy to publish.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Enable freelancers to submit proposals.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Provide transparent profiles and reviews.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Create a foundation for secure project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What the system is designed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Objective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Connect clients with freelancers based on project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Objective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Allow clients to post projects with descriptions and budgets.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3152" cy="1188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07238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Objective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Allow freelancers to showcase skills, experience and portfolios.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07238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Objective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47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Provide a simple proposal/bidding mechanism.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484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43484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58114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Objective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5663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Support communication, project tracking and reviews.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43484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434840"/>
            <a:ext cx="73152" cy="1188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58114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Objective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5663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Create a scalable foundation for secure payments and administration.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System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Three primary roles interact with the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2971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Creates account/profile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Posts project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Reviews proposals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Selects freelancer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Tracks work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Pays and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79222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FREELANCER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67712"/>
            <a:ext cx="2971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Creates professional profile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Adds skills &amp; portfolio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Searches projects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Submits proposal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Completes assigned work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Receives rating/payment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3566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9222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67712"/>
            <a:ext cx="2971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Manages users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Monitors projects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Handles reports/disputes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Manages platform data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Monitors transactions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Generates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How a project moves through the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50876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15468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Client posts project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880360"/>
            <a:ext cx="36575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41448" y="1828800"/>
            <a:ext cx="150876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78608" y="205740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6060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315468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Freelancers find project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0208" y="28803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6" y="1828800"/>
            <a:ext cx="150876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17136" y="205740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6060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Bid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315468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Freelancer submits proposal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28803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1828800"/>
            <a:ext cx="150876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205740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6060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15468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Client reviews and hires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27264" y="28803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57032" y="1828800"/>
            <a:ext cx="150876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205740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26060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15468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Project is completed &amp; tracked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65792" y="28803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95560" y="1828800"/>
            <a:ext cx="150876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32720" y="2057400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60604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05288" y="315468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Payment and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Major 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Functional components of the proposed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1790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Registration, login, roles and session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1790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User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Skills, experience, portfolio and ratings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3152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07238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Create, view, edit and manage projects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07238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Proposal &amp; Bidding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478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Freelancer proposals and client selection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62686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023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Client–freelancer messaging and notifications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4805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480560"/>
            <a:ext cx="73152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62686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Payments &amp;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023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Transactions, ratings, reviews and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Prototype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Current basic web 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Home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Navigation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Hero section explaining the platform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Explore Projects button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Responsive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4297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6362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Listings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Project title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Description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Budget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Apply Now interaction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Sample freelancer profiles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4297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6362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Posting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Project title input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Description input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Budget input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JavaScript adds the new project dynamically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Technology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Technology choices for prototype and future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55063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971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HTML5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CSS3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JavaScript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Responsive browser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55063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Backend – Future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30552"/>
            <a:ext cx="2971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Node.js / Django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REST APIs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Authentication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Business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2148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655063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Database – 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30552"/>
            <a:ext cx="2971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MySQL / MongoDB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Users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Projects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Proposals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Payments &amp; 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572000"/>
            <a:ext cx="210312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Browser 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937760"/>
            <a:ext cx="1600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23560" y="4572000"/>
            <a:ext cx="210312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API / 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26679" y="4937760"/>
            <a:ext cx="1600201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18320" y="4572000"/>
            <a:ext cx="210312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What the system should allow users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Client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1. Register and log in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2. Create/edit profile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3. Post project requirements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4. Set project budget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5. View proposals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6. Select freelancer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7. Track project status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8. Complete payment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9. Submit rating/review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6362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Freelancer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1. Register and log in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2. Build portfolio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3. Add skills and experience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4. Search/filter projects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5. Submit proposals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6. Communicate with clients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7. Update project progress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8. Receive payment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9. Receive ratings/reviews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Quality attributes for a production-ready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2971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Secure authentication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Password protection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Role-based access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Payment security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Data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70078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76272"/>
            <a:ext cx="2971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Fast page loading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Efficient search/filtering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Optimized database queries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Scalable backend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Reliable API 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73152" cy="3566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00784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Usability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76272"/>
            <a:ext cx="2971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Simple navigation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Mobile responsive design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Clear project information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Accessible forms</a:t>
            </a:r>
          </a:p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• Easy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Roadmap from prototype to full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7218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1 — Backend +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466344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Persist users, projects and proposals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12984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7218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2 —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466344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Secure client/freelancer 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98648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898648"/>
            <a:ext cx="73152" cy="12984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04495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3 — Real-Time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466344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Messaging and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98648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898648"/>
            <a:ext cx="73152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04495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4 —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20440"/>
            <a:ext cx="466344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Razorpay/Stripe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71416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471416"/>
            <a:ext cx="73152" cy="12984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5 — Admin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93207"/>
            <a:ext cx="466344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Moderation, reports and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471416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471416"/>
            <a:ext cx="73152" cy="12984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6177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6 — Smart 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93207"/>
            <a:ext cx="466344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75569"/>
                </a:solidFill>
              </a:defRPr>
            </a:pPr>
            <a:r>
              <a:t>Recommend freelancers based on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270C2-A104-25FD-F227-C94E40F8929C}"/>
              </a:ext>
            </a:extLst>
          </p:cNvPr>
          <p:cNvSpPr txBox="1"/>
          <p:nvPr/>
        </p:nvSpPr>
        <p:spPr>
          <a:xfrm>
            <a:off x="186813" y="108154"/>
            <a:ext cx="1170038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Conclusion:</a:t>
            </a:r>
          </a:p>
          <a:p>
            <a:r>
              <a:rPr lang="en-US" dirty="0">
                <a:solidFill>
                  <a:schemeClr val="bg2"/>
                </a:solidFill>
              </a:rPr>
              <a:t>Good morning ma'am.</a:t>
            </a:r>
          </a:p>
          <a:p>
            <a:r>
              <a:rPr lang="en-US" dirty="0">
                <a:solidFill>
                  <a:schemeClr val="bg2"/>
                </a:solidFill>
              </a:rPr>
              <a:t>To conclude, our project </a:t>
            </a:r>
            <a:r>
              <a:rPr lang="en-US" b="1" dirty="0" err="1">
                <a:solidFill>
                  <a:schemeClr val="bg2"/>
                </a:solidFill>
              </a:rPr>
              <a:t>FreelanceHub</a:t>
            </a:r>
            <a:r>
              <a:rPr lang="en-US" b="1" dirty="0">
                <a:solidFill>
                  <a:schemeClr val="bg2"/>
                </a:solidFill>
              </a:rPr>
              <a:t> – Freelancer Marketplace</a:t>
            </a:r>
            <a:r>
              <a:rPr lang="en-US" dirty="0">
                <a:solidFill>
                  <a:schemeClr val="bg2"/>
                </a:solidFill>
              </a:rPr>
              <a:t> is a frontend-based platform that connects </a:t>
            </a:r>
            <a:r>
              <a:rPr lang="en-US" b="1" dirty="0">
                <a:solidFill>
                  <a:schemeClr val="bg2"/>
                </a:solidFill>
              </a:rPr>
              <a:t>clients and freelancers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We used </a:t>
            </a:r>
            <a:r>
              <a:rPr lang="en-US" b="1" dirty="0">
                <a:solidFill>
                  <a:schemeClr val="bg2"/>
                </a:solidFill>
              </a:rPr>
              <a:t>HTML</a:t>
            </a:r>
            <a:r>
              <a:rPr lang="en-US" dirty="0">
                <a:solidFill>
                  <a:schemeClr val="bg2"/>
                </a:solidFill>
              </a:rPr>
              <a:t> for the structure, </a:t>
            </a:r>
            <a:r>
              <a:rPr lang="en-US" b="1" dirty="0">
                <a:solidFill>
                  <a:schemeClr val="bg2"/>
                </a:solidFill>
              </a:rPr>
              <a:t>CSS</a:t>
            </a:r>
            <a:r>
              <a:rPr lang="en-US" dirty="0">
                <a:solidFill>
                  <a:schemeClr val="bg2"/>
                </a:solidFill>
              </a:rPr>
              <a:t> for the design and responsive layout, and </a:t>
            </a:r>
            <a:r>
              <a:rPr lang="en-US" b="1" dirty="0">
                <a:solidFill>
                  <a:schemeClr val="bg2"/>
                </a:solidFill>
              </a:rPr>
              <a:t>JavaScript</a:t>
            </a:r>
            <a:r>
              <a:rPr lang="en-US" dirty="0">
                <a:solidFill>
                  <a:schemeClr val="bg2"/>
                </a:solidFill>
              </a:rPr>
              <a:t> for the main functionality.</a:t>
            </a:r>
          </a:p>
          <a:p>
            <a:r>
              <a:rPr lang="en-US" dirty="0">
                <a:solidFill>
                  <a:schemeClr val="bg2"/>
                </a:solidFill>
              </a:rPr>
              <a:t>The project has three major parts:</a:t>
            </a:r>
          </a:p>
          <a:p>
            <a:pPr lvl="0"/>
            <a:r>
              <a:rPr lang="en-US" b="1" dirty="0">
                <a:solidFill>
                  <a:schemeClr val="bg2"/>
                </a:solidFill>
              </a:rPr>
              <a:t>Marketplace Module</a:t>
            </a:r>
            <a:r>
              <a:rPr lang="en-US" dirty="0">
                <a:solidFill>
                  <a:schemeClr val="bg2"/>
                </a:solidFill>
              </a:rPr>
              <a:t> – where users can search, filter, and explore projects and freelancers.</a:t>
            </a:r>
          </a:p>
          <a:p>
            <a:pPr lvl="0"/>
            <a:r>
              <a:rPr lang="en-US" b="1" dirty="0">
                <a:solidFill>
                  <a:schemeClr val="bg2"/>
                </a:solidFill>
              </a:rPr>
              <a:t>User Module</a:t>
            </a:r>
            <a:r>
              <a:rPr lang="en-US" dirty="0">
                <a:solidFill>
                  <a:schemeClr val="bg2"/>
                </a:solidFill>
              </a:rPr>
              <a:t> – where clients can post projects and freelancers can apply for projects.</a:t>
            </a:r>
          </a:p>
          <a:p>
            <a:pPr lvl="0"/>
            <a:r>
              <a:rPr lang="en-US" b="1" dirty="0">
                <a:solidFill>
                  <a:schemeClr val="bg2"/>
                </a:solidFill>
              </a:rPr>
              <a:t>Admin Module</a:t>
            </a:r>
            <a:r>
              <a:rPr lang="en-US" dirty="0">
                <a:solidFill>
                  <a:schemeClr val="bg2"/>
                </a:solidFill>
              </a:rPr>
              <a:t> – where the administrator can manage users, projects, approvals, and audit logs.</a:t>
            </a:r>
          </a:p>
          <a:p>
            <a:pPr lvl="0"/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We also implemented features such as </a:t>
            </a:r>
            <a:r>
              <a:rPr lang="en-US" b="1" dirty="0">
                <a:solidFill>
                  <a:schemeClr val="bg2"/>
                </a:solidFill>
              </a:rPr>
              <a:t>login and registration, role-based access, project posting, proposals, bookmarks, search and filters, dark/light mode, and local storage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Through this project, we learned how frontend technologies work together to create an interactive web application and how different users can have different roles and functionalities.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Currently, it is a </a:t>
            </a:r>
            <a:r>
              <a:rPr lang="en-US" b="1" dirty="0">
                <a:solidFill>
                  <a:schemeClr val="bg2"/>
                </a:solidFill>
              </a:rPr>
              <a:t>frontend prototype</a:t>
            </a:r>
            <a:r>
              <a:rPr lang="en-US" dirty="0">
                <a:solidFill>
                  <a:schemeClr val="bg2"/>
                </a:solidFill>
              </a:rPr>
              <a:t>, so in the future we can improve it by adding a </a:t>
            </a:r>
            <a:r>
              <a:rPr lang="en-US" b="1" dirty="0">
                <a:solidFill>
                  <a:schemeClr val="bg2"/>
                </a:solidFill>
              </a:rPr>
              <a:t>real backend, database, secure authentication, real payment and escrow systems, chat, and notifications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Overall, this project helped us understand the complete workflow of a freelancer marketplace and gave us practical experience in </a:t>
            </a:r>
            <a:r>
              <a:rPr lang="en-US" b="1" dirty="0">
                <a:solidFill>
                  <a:schemeClr val="bg2"/>
                </a:solidFill>
              </a:rPr>
              <a:t>HTML, CSS, JavaScript, DOM manipulation, local storage, and frontend application development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  <a:p>
            <a:r>
              <a:rPr lang="en-US" b="1" dirty="0">
                <a:solidFill>
                  <a:schemeClr val="bg2"/>
                </a:solidFill>
              </a:rPr>
              <a:t>Thank you, ma'am.</a:t>
            </a:r>
            <a:endParaRPr lang="en-US" dirty="0">
              <a:solidFill>
                <a:schemeClr val="bg2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975</Words>
  <Application>Microsoft Office PowerPoint</Application>
  <PresentationFormat>Widescreen</PresentationFormat>
  <Paragraphs>222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prudhvi raj</cp:lastModifiedBy>
  <cp:revision>1</cp:revision>
  <dcterms:created xsi:type="dcterms:W3CDTF">2013-01-27T09:14:16Z</dcterms:created>
  <dcterms:modified xsi:type="dcterms:W3CDTF">2026-10-05T07:03:01Z</dcterms:modified>
  <cp:category/>
</cp:coreProperties>
</file>