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FREELANCER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1460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>
                <a:solidFill>
                  <a:srgbClr val="93C5FD"/>
                </a:solidFill>
              </a:defRPr>
            </a:pPr>
            <a:r>
              <a:t>Project Presentation</a:t>
            </a:r>
          </a:p>
          <a:p>
            <a:pPr>
              <a:defRPr sz="1700">
                <a:solidFill>
                  <a:srgbClr val="CBD5E1"/>
                </a:solidFill>
              </a:defRPr>
            </a:pPr>
            <a:r>
              <a:t>A digital platform connecting clients with skilled freelancers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160520"/>
            <a:ext cx="310896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HTML • CSS • JavaScript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Why do we need a Freelancer Marketplace?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73152" cy="4023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0784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Existing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4800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Clients struggle to find suitable skilled professionals.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Freelancer discovery is fragmented across platforms.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Comparing skills, portfolios and ratings can be difficult.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Project communication and tracking may be unorganized.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Trust and payment concerns affect collaboration.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00784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Project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76272"/>
            <a:ext cx="4800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Bring clients and freelancers into one platform.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Make project requirements easy to publish.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Enable freelancers to submit proposals.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Provide transparent profiles and reviews.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Create a foundation for secure project management.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2.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What the system is designed to achieve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6362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Objective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391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Connect clients with freelancers based on project requirements.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6362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Objective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391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Allow clients to post projects with descriptions and budgets.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73152" cy="1188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07238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Objective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Allow freelancers to showcase skills, experience and portfolios.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926080"/>
            <a:ext cx="73152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7238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Objective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4787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Provide a simple proposal/bidding mechanism.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3484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3484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8114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Objective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56631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Support communication, project tracking and reviews.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43484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434840"/>
            <a:ext cx="73152" cy="1188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58114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Objective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056631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Create a scalable foundation for secure payments and administration.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3. System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Three primary roles interact with the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9222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67712"/>
            <a:ext cx="29718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Creates account/profile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Posts project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Reviews proposals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Selects freelancer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Tracks work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Pays and reviews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73152" cy="3566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9222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FREELANCER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267712"/>
            <a:ext cx="29718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Creates professional profile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Adds skills &amp; portfolio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Searches projects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Submits proposal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Completes assigned work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Receives rating/payment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9222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67712"/>
            <a:ext cx="29718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Manages users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Monitors projects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Handles reports/disputes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Manages platform data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Monitors transactions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Generates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4. Project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How a project moves through the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5087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234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1325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Post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154680"/>
            <a:ext cx="1280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Client posts project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2880360"/>
            <a:ext cx="36575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41448" y="1828800"/>
            <a:ext cx="15087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2057400"/>
            <a:ext cx="1234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606040"/>
            <a:ext cx="1325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Discover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76" y="3154680"/>
            <a:ext cx="1280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Freelancers find project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50208" y="2880360"/>
            <a:ext cx="36576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79976" y="1828800"/>
            <a:ext cx="15087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2057400"/>
            <a:ext cx="1234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A580C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606040"/>
            <a:ext cx="1325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Bid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3154680"/>
            <a:ext cx="1280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Freelancer submits proposal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2880360"/>
            <a:ext cx="36576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18504" y="1828800"/>
            <a:ext cx="15087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057400"/>
            <a:ext cx="1234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606040"/>
            <a:ext cx="1325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Select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54680"/>
            <a:ext cx="1280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Client reviews and hires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27264" y="2880360"/>
            <a:ext cx="36576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257032" y="1828800"/>
            <a:ext cx="15087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4192" y="2057400"/>
            <a:ext cx="1234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2" y="2606040"/>
            <a:ext cx="1325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154680"/>
            <a:ext cx="1280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Project is completed &amp; tracked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65792" y="2880360"/>
            <a:ext cx="36576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195560" y="1828800"/>
            <a:ext cx="150876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0" y="2057400"/>
            <a:ext cx="1234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A580C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2606040"/>
            <a:ext cx="1325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05288" y="3154680"/>
            <a:ext cx="1280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Payment and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5. Major 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Functional components of the proposed 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749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7315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1790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Registration, login, roles and session handling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0749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73152" cy="1234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1790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User Profiles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9339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Skills, experience, portfolio and ratings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50749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73152" cy="1234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07238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Project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Create, view, edit and manage projects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0749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926080"/>
            <a:ext cx="7315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7238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Proposal &amp; Bidding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4787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Freelancer proposals and client selection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50749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80560"/>
            <a:ext cx="73152" cy="1234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62686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1023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Client–freelancer messaging and notifications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480560"/>
            <a:ext cx="50749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480560"/>
            <a:ext cx="73152" cy="1234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62686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Payments &amp; Reviews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1023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Transactions, ratings, reviews and trust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6. Prototype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Current basic web 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6362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Home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39112"/>
            <a:ext cx="2971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Navigation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Hero section explaining the platform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Explore Projects button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Responsive layout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417320"/>
            <a:ext cx="73152" cy="4297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56362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Project Listings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039112"/>
            <a:ext cx="2971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Project title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Description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Budget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Apply Now interaction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Sample freelancer profiles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73152" cy="4297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6362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Project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39112"/>
            <a:ext cx="2971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Project title input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Description input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Budget input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JavaScript adds the new project dynamically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7. Technology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Technology choices for prototype and future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55063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HTML5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CSS3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JavaScript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Responsive browser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3832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655063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Backend – 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30552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Node.js / Django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REST APIs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Authentication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Business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08760"/>
            <a:ext cx="33832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508760"/>
            <a:ext cx="73152" cy="2148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655063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Database – 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130552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MySQL / MongoDB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Users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Projects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Proposals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Payments &amp; reviews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572000"/>
            <a:ext cx="210312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Browser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31920" y="4937760"/>
            <a:ext cx="1600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623560" y="4572000"/>
            <a:ext cx="2103120" cy="7315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API / Backend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26679" y="4937760"/>
            <a:ext cx="1600201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418320" y="4572000"/>
            <a:ext cx="2103120" cy="7315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8.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What the system should allow users to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4389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63624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Client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39112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1. Register and log in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2. Create/edit profile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3. Post project requirements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4. Set project budget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5. View proposals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6. Select freelancer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7. Track project status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8. Complete payment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9. Submit rating/review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73152" cy="4389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63624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Freelancer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39112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1. Register and log in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2. Build portfolio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3. Add skills and experience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4. Search/filter projects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5. Submit proposals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6. Communicate with clients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7. Update project progress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8. Receive payment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9. Receive ratings/reviews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9. 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Quality attributes for a production-ready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078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29718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Secure authentication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Password protection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Role-based access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Payment security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Data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54480"/>
            <a:ext cx="73152" cy="3566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0078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76272"/>
            <a:ext cx="29718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Fast page loading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Efficient search/filtering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Optimized database queries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Scalable backend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Reliable API responses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554480"/>
            <a:ext cx="73152" cy="3566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00784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Usability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176272"/>
            <a:ext cx="29718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Simple navigation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Mobile responsive design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Clear project information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Accessible forms</a:t>
            </a:r>
          </a:p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• Easy 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10.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Roadmap from prototype to full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0749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1298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7218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Phase 1 — Backend +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4663440" cy="566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Persist users, projects and proposals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0749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73152" cy="12984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72184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Phase 2 —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47672"/>
            <a:ext cx="4663440" cy="566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Secure client/freelancer accounts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98648"/>
            <a:ext cx="50749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898648"/>
            <a:ext cx="73152" cy="1298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Phase 3 — Real-Time Chat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663440" cy="566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Messaging and notifications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898648"/>
            <a:ext cx="50749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898648"/>
            <a:ext cx="73152" cy="1298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44952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Phase 4 — Payments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20440"/>
            <a:ext cx="4663440" cy="566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Razorpay/Stripe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71416"/>
            <a:ext cx="50749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71416"/>
            <a:ext cx="73152" cy="12984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61772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Phase 5 — Admin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93207"/>
            <a:ext cx="4663440" cy="566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Moderation, reports and analytics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471416"/>
            <a:ext cx="507492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471416"/>
            <a:ext cx="73152" cy="1298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61772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Phase 6 — Smart Matching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093207"/>
            <a:ext cx="4663440" cy="566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475569"/>
                </a:solidFill>
              </a:defRPr>
            </a:pPr>
            <a:r>
              <a:t>Recommend freelancers based on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A centralized marketplace for clients and freelancers.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A clear workflow from project posting to completion and review.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A simple frontend prototype built with HTML, CSS and JavaScript.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A scalable architecture can support backend, database, chat and payments.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The long-term goal is a trusted, efficient and easy-to-use freelance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93C5FD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